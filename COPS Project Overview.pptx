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build a multi-functional operator interface, an intelligent companion, not just a tool. Five expected outcomes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COPS covers the operator's full shift: before, during, when things go wrong, and after. The colours go from steel gray to CAT yellow, our heritage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what makes COPS one system rather than separate features. Every module feeds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AI runs in the browser, so video never leaves the cab. The API holds the ML models and business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open-source or a browser standard, except the optional Claude API and SMS gateways.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figures are on our calibrated demo data. Every AI output in the app also shows a confidence percentage with its basis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list of 97 features is in the third deck. Here are the 15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Manageable problems don't flood the supervisor, but nothing is lost: if the operator can't fix it within 60 seconds, it escalates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CAD model engineers design with becomes the live view of the machine: design and operation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measured on held-out tasks in our calibrated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CATERPILLAR HACKATHON · SMART OPERATOR ASSISTANT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21714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FFCD1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COPS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2669514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Caterpillar Operator Protection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25622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 co-pilot that protects the machine operator before, during and after every shift.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81408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[Team name] · [Hackathon name] ·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Machines got smart. The operator's tools didn't.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3"/>
            <a:ext cx="5149850" cy="2164821"/>
          </a:xfrm>
          <a:prstGeom prst="roundRect">
            <a:avLst>
              <a:gd name="adj" fmla="val 45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1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Today on 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4"/>
            <a:ext cx="4883573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Excavators and loaders are increasingly digital, yet operators still work with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 checklists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time estimates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 seatbelt chime and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live safety support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862403"/>
            <a:ext cx="5149850" cy="2164821"/>
          </a:xfrm>
          <a:prstGeom prst="roundRect">
            <a:avLst>
              <a:gd name="adj" fmla="val 454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0433" y="2066661"/>
            <a:ext cx="488357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the brief asks for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0433" y="2386674"/>
            <a:ext cx="4883573" cy="146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Daily task dashboard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safety: seatbelt, proximity, incidents, working conditions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training hub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of unusual behaviour (idling, unsafe patterns)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time estimation from past data and conditions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co-pilot for the whole shift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3"/>
            <a:ext cx="250190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1"/>
            <a:ext cx="215618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Before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4"/>
            <a:ext cx="2156185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Punch-in by operator ID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Walkaround checklist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Weather-smart plan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seatbelt, no engine 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2025" y="1862403"/>
            <a:ext cx="250190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6283" y="2066661"/>
            <a:ext cx="215618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During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6283" y="2386674"/>
            <a:ext cx="2156185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safety score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Proximity &amp; fatigue AI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machine health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Hands-free voice (EN / Hindi)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8075" y="1862403"/>
            <a:ext cx="250190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2333" y="2066661"/>
            <a:ext cx="215618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When it goes wrong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2333" y="2386674"/>
            <a:ext cx="2156185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Two-level SOS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+ SMS to supervisor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 machine stop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Black-box recorder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74125" y="1862403"/>
            <a:ext cx="2501900" cy="1925439"/>
          </a:xfrm>
          <a:prstGeom prst="roundRect">
            <a:avLst>
              <a:gd name="adj" fmla="val 511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8384" y="2066661"/>
            <a:ext cx="215618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After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78384" y="2386674"/>
            <a:ext cx="2156185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Shift report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Handover briefing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Coaching &amp; training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retrains itself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CLOSED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shift makes the next one safer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3"/>
            <a:ext cx="1659864" cy="1452364"/>
          </a:xfrm>
          <a:prstGeom prst="roundRect">
            <a:avLst>
              <a:gd name="adj" fmla="val 677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1"/>
            <a:ext cx="130214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Measure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0233" y="2417167"/>
            <a:ext cx="130214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Telemetry + live shift events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80614" y="2499652"/>
            <a:ext cx="3556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40989" y="1862403"/>
            <a:ext cx="1659930" cy="1452364"/>
          </a:xfrm>
          <a:prstGeom prst="roundRect">
            <a:avLst>
              <a:gd name="adj" fmla="val 677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5247" y="2066661"/>
            <a:ext cx="1302213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Detect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45247" y="2417167"/>
            <a:ext cx="13022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flags idling &amp; unsafe patterns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5693" y="2499652"/>
            <a:ext cx="3556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266068" y="1862403"/>
            <a:ext cx="1659864" cy="1452364"/>
          </a:xfrm>
          <a:prstGeom prst="roundRect">
            <a:avLst>
              <a:gd name="adj" fmla="val 677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70327" y="2066661"/>
            <a:ext cx="130214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Coach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470327" y="2417167"/>
            <a:ext cx="1302147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Tips and goals from your own data</a:t>
            </a:r>
            <a:endParaRPr lang="en-US" sz="1300" dirty="0"/>
          </a:p>
        </p:txBody>
      </p:sp>
      <p:pic>
        <p:nvPicPr>
          <p:cNvPr id="16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30707" y="2499652"/>
            <a:ext cx="355600" cy="177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491082" y="1862403"/>
            <a:ext cx="1659930" cy="1452364"/>
          </a:xfrm>
          <a:prstGeom prst="roundRect">
            <a:avLst>
              <a:gd name="adj" fmla="val 677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695340" y="2066661"/>
            <a:ext cx="1302213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Train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695340" y="2417167"/>
            <a:ext cx="1302213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Micro-lessons, XP, skill level</a:t>
            </a:r>
            <a:endParaRPr lang="en-US" sz="13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5787" y="2499652"/>
            <a:ext cx="355600" cy="1778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716162" y="1862403"/>
            <a:ext cx="1659864" cy="1452364"/>
          </a:xfrm>
          <a:prstGeom prst="roundRect">
            <a:avLst>
              <a:gd name="adj" fmla="val 677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920420" y="2066661"/>
            <a:ext cx="130214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Improve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920420" y="2417167"/>
            <a:ext cx="1302147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 rise, predictions adapt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2800" y="3571942"/>
            <a:ext cx="108833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 seatbelt alerts in Raju's telemetry → the seatbelt lesson is recommended → he passes the quiz → XP and skill rise → his task-time predictions and safety score update.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Three layers, AI running in the cab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3109383" cy="1940653"/>
          </a:xfrm>
          <a:prstGeom prst="roundRect">
            <a:avLst>
              <a:gd name="adj" fmla="val 507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1"/>
            <a:ext cx="2781893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the cab (browser)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0233" y="2401888"/>
            <a:ext cx="278189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18 + Vite interface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TensorFlow.js person detection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MediaPipe fatigue tracking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Speech voice in/out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three.js 3D digital twin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5533" y="2743795"/>
            <a:ext cx="3556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41308" y="1862404"/>
            <a:ext cx="3109383" cy="1940653"/>
          </a:xfrm>
          <a:prstGeom prst="roundRect">
            <a:avLst>
              <a:gd name="adj" fmla="val 507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45567" y="2066661"/>
            <a:ext cx="2781893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COPS API (FastAPI)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745567" y="2401888"/>
            <a:ext cx="278189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ML: task time + anomalies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Weather-aware scheduler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Shift, handover, performance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Machine-health model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SOS, alerts, shift report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0867" y="2743795"/>
            <a:ext cx="355600" cy="177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66642" y="1862404"/>
            <a:ext cx="3109383" cy="1940653"/>
          </a:xfrm>
          <a:prstGeom prst="roundRect">
            <a:avLst>
              <a:gd name="adj" fmla="val 507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70900" y="2066661"/>
            <a:ext cx="2781893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&amp; connections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470900" y="2401888"/>
            <a:ext cx="2781893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Telemetry &amp; task history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shift state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/ SMS gateway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API (optional)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Fusion 360 model (FBX)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built it with, and why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3952346"/>
        </p:xfrm>
        <a:graphic>
          <a:graphicData uri="http://schemas.openxmlformats.org/drawingml/2006/table">
            <a:tbl>
              <a:tblPr/>
              <a:tblGrid>
                <a:gridCol w="2113280"/>
                <a:gridCol w="3803904"/>
                <a:gridCol w="4649216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Used for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Frontend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React 18, Vite 5, Recharts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Operator cockpit, 9 tabs, charts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three.js (FBX / GLB loaders)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 digital twin of the Fusion 360 model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Vision AI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TensorFlow.js + COCO-SSD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Person detection and distance zones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Vision AI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MediaPipe Face Landmarker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Eye closure, yawns, PERCLOS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&amp; audio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 Speech API, Web Audio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Hands-free commands, spoken alerts, sirens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Backend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 3.11, FastAPI, Uvicorn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 API, shift state, alerts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Machine learning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scikit-learn, pandas, NumPy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Gradient boosting, IsolationForest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assistant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 API + offline rule engine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Ask COPS answers about shift and machine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Alerts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WhatsApp / SMS gateways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SOS, idle and stop alerts to the supervisor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Autodesk Fusion 360 (Python API)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Twin-ready excavator, FBX export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INSIDE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Every model explains itself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3233738"/>
        </p:xfrm>
        <a:graphic>
          <a:graphicData uri="http://schemas.openxmlformats.org/drawingml/2006/table">
            <a:tbl>
              <a:tblPr/>
              <a:tblGrid>
                <a:gridCol w="3169920"/>
                <a:gridCol w="3169920"/>
                <a:gridCol w="4226560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we keep it honest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Gradient boosting (quantile)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Task time + 80% range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~5× more accurate than static estimates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IsolationForest + rules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Unusual idling, unsafe patterns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Every flag states its reason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COCO-SSD (TensorFlow.js)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behind the machine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In-browser; distance calibrated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MediaPipe Face Landmarker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Microsleep, drowsiness, yawns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Video never leaves the cab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Weather-aware search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Order tasks around rain, wind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Tries 120 orders, explains moves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Rule-based language parser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Speech → incident report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Offline; operator reviews fields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Trend &amp; leak detection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Fluids and temperatures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Predicts time until critical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 (optional)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Ask COPS assistant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Falls back to offline answers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 modules, one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5975" y="1750616"/>
            <a:ext cx="2005277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033" y="1878676"/>
            <a:ext cx="1801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Punch-in &amp; handover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4033" y="2142796"/>
            <a:ext cx="1801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Spoken briefing for the next operator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4602" y="1750616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2660" y="1878676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Smart schedule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82660" y="2142796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Plans around rain and wind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93295" y="1750616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354" y="1878676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Engine interlock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1354" y="2142796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seatbelt, no engine 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31989" y="1750616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047" y="1878676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Live safety 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60047" y="2142796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Changes every second of 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70682" y="1750616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8740" y="1878676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Proximity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98740" y="2142796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Danger zones and voice STOP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975" y="2830844"/>
            <a:ext cx="2005277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033" y="2958902"/>
            <a:ext cx="1801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Fatigue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4033" y="3223022"/>
            <a:ext cx="180163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Microsleep and yawn detection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54602" y="2830844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2660" y="295890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Two-level SOS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82660" y="3223022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Manageable or high-risk, auto-escalates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95" y="2830844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21354" y="295890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Supervisor alerts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21354" y="322302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and SMS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31989" y="2830844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047" y="295890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Machine health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60047" y="3223022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Leak and overheat prediction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70682" y="2830844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8740" y="295890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98740" y="3223022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Fusion 360 model, live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911073"/>
            <a:ext cx="2005277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4033" y="4039133"/>
            <a:ext cx="1801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Voice incidents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4033" y="4303254"/>
            <a:ext cx="1801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sentence, full report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54602" y="3911073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82660" y="4039133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Insights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82660" y="4303254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Idle cost in ₹ and CO₂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93295" y="3911073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354" y="4039133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Shift report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21354" y="4303254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page, sent on WhatsApp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31989" y="3911073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047" y="4039133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Training hub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60047" y="4303254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Lessons from your own data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370682" y="3911073"/>
            <a:ext cx="2005343" cy="946878"/>
          </a:xfrm>
          <a:prstGeom prst="roundRect">
            <a:avLst>
              <a:gd name="adj" fmla="val 10395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98740" y="4039133"/>
            <a:ext cx="1801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Ask COPS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498740" y="4303254"/>
            <a:ext cx="18017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assistant, works offline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 INTERLOCKS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Unsafe? The machine won't move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2515129"/>
        </p:xfrm>
        <a:graphic>
          <a:graphicData uri="http://schemas.openxmlformats.org/drawingml/2006/table">
            <a:tbl>
              <a:tblPr/>
              <a:tblGrid>
                <a:gridCol w="3169920"/>
                <a:gridCol w="3592576"/>
                <a:gridCol w="3803904"/>
              </a:tblGrid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Trigger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Immediate response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Escalation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7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 off at engine start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 blocked, siren, red banner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Logged against the safety score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 removed while running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 at once, repeats every 2 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Final warning 8 s → supervisor 16 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Person closer than 3 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STOP, motion inhibited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Near-miss logged, black box saved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Operator drowsy or microsleep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Alarm, new tasks blocked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Emergency stop, supervisor alerted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Critical machine fault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 and the action to take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Emergency stop, WhatsApp + SMS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0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idling with no work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Banner with fuel wasted in 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C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WhatsApp to the supervisor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641056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Meanwhile the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safety score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drains every second an unsafe condition lasts, and recovers during clean work.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Two-level SOS with automatic escalation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1859229"/>
            <a:ext cx="10566400" cy="2895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" y="1897329"/>
            <a:ext cx="106479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risk: injury, fire, rollover, person trapped, utility strike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75" y="2240824"/>
            <a:ext cx="2292350" cy="752607"/>
          </a:xfrm>
          <a:prstGeom prst="roundRect">
            <a:avLst>
              <a:gd name="adj" fmla="val 1139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433" y="2394285"/>
            <a:ext cx="20449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taps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SOS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540930"/>
            <a:ext cx="2794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71875" y="2240824"/>
            <a:ext cx="2292350" cy="752607"/>
          </a:xfrm>
          <a:prstGeom prst="roundRect">
            <a:avLst>
              <a:gd name="adj" fmla="val 1139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25333" y="2394285"/>
            <a:ext cx="20449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+ SMS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supervisor at once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6300" y="2540930"/>
            <a:ext cx="2794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7775" y="2240824"/>
            <a:ext cx="2292350" cy="752607"/>
          </a:xfrm>
          <a:prstGeom prst="roundRect">
            <a:avLst>
              <a:gd name="adj" fmla="val 1139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81233" y="2394285"/>
            <a:ext cx="20449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Emergency stop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black box saved</a:t>
            </a:r>
            <a:endParaRPr lang="en-US" sz="13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540930"/>
            <a:ext cx="279400" cy="152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3675" y="2240824"/>
            <a:ext cx="2292350" cy="752607"/>
          </a:xfrm>
          <a:prstGeom prst="roundRect">
            <a:avLst>
              <a:gd name="adj" fmla="val 11390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37134" y="2394285"/>
            <a:ext cx="204499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acknowledges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2800" y="3250605"/>
            <a:ext cx="10566400" cy="289520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/>
        </p:spPr>
      </p:sp>
      <p:sp>
        <p:nvSpPr>
          <p:cNvPr id="19" name="Text 14"/>
          <p:cNvSpPr/>
          <p:nvPr/>
        </p:nvSpPr>
        <p:spPr>
          <a:xfrm>
            <a:off x="927100" y="3288705"/>
            <a:ext cx="106479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C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Manageable: breakdown, stuck in mud, minor fault, top-up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5975" y="3632200"/>
            <a:ext cx="2292350" cy="529762"/>
          </a:xfrm>
          <a:prstGeom prst="roundRect">
            <a:avLst>
              <a:gd name="adj" fmla="val 1618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9433" y="3785660"/>
            <a:ext cx="20449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 taps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SOS</a:t>
            </a:r>
            <a:endParaRPr lang="en-US" sz="1300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00400" y="3820852"/>
            <a:ext cx="279400" cy="1524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571875" y="3632200"/>
            <a:ext cx="2292350" cy="529762"/>
          </a:xfrm>
          <a:prstGeom prst="roundRect">
            <a:avLst>
              <a:gd name="adj" fmla="val 1618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725333" y="3785660"/>
            <a:ext cx="20449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fix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 alert yet</a:t>
            </a:r>
            <a:endParaRPr lang="en-US" sz="1300" dirty="0"/>
          </a:p>
        </p:txBody>
      </p:sp>
      <p:pic>
        <p:nvPicPr>
          <p:cNvPr id="2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56300" y="3820852"/>
            <a:ext cx="279400" cy="1524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327775" y="3632200"/>
            <a:ext cx="2292350" cy="529762"/>
          </a:xfrm>
          <a:prstGeom prst="roundRect">
            <a:avLst>
              <a:gd name="adj" fmla="val 1618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81233" y="3785660"/>
            <a:ext cx="20449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solved in </a:t>
            </a: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s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1300" dirty="0"/>
          </a:p>
        </p:txBody>
      </p:sp>
      <p:pic>
        <p:nvPicPr>
          <p:cNvPr id="28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2200" y="3820852"/>
            <a:ext cx="279400" cy="1524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083675" y="3632200"/>
            <a:ext cx="2292350" cy="529762"/>
          </a:xfrm>
          <a:prstGeom prst="roundRect">
            <a:avLst>
              <a:gd name="adj" fmla="val 16182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237134" y="3785660"/>
            <a:ext cx="20449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Escalates</a:t>
            </a:r>
            <a:r>
              <a:rPr lang="en-US" sz="1300" dirty="0">
                <a:solidFill>
                  <a:srgbClr val="F2F1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high risk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812800" y="4419141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message carries the machine, operator, time, location with a map link, the action to take and the events just before.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Designed in Fusion 360, running on live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1859229"/>
            <a:ext cx="5589947" cy="182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Fusion 360 script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builds the excavator with nested parts and pivots on the real pins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Exported as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FBX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loaded live with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three.js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Digs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while a task runs,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freezes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any interlock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the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 and danger rings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camera sees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3D walkaround hotspots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engine glow when idling</a:t>
            </a:r>
            <a:endParaRPr lang="en-US" sz="1400" dirty="0"/>
          </a:p>
          <a:p>
            <a:pPr algn="l" marL="213360" indent="-17576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Paint shifts </a:t>
            </a:r>
            <a:r>
              <a:rPr lang="en-US" sz="14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gray → CAT yellow</a:t>
            </a:r>
            <a:r>
              <a:rPr lang="en-US" sz="14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skill grows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7108" y="1862404"/>
            <a:ext cx="4878917" cy="3481917"/>
          </a:xfrm>
          <a:prstGeom prst="roundRect">
            <a:avLst>
              <a:gd name="adj" fmla="val 2827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pic>
        <p:nvPicPr>
          <p:cNvPr id="7" name="Image 0" descr="Excavator digital twin with a red danger ring and a work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50567" y="2015865"/>
            <a:ext cx="4572000" cy="317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C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72518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COPS delivers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004020"/>
            <a:ext cx="248539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5×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812800" y="2880320"/>
            <a:ext cx="24853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accurate task times than static site estimates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30600" y="2004020"/>
            <a:ext cx="248539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97</a:t>
            </a:r>
            <a:endParaRPr lang="en-US" sz="6500" dirty="0"/>
          </a:p>
        </p:txBody>
      </p:sp>
      <p:sp>
        <p:nvSpPr>
          <p:cNvPr id="8" name="Text 6"/>
          <p:cNvSpPr/>
          <p:nvPr/>
        </p:nvSpPr>
        <p:spPr>
          <a:xfrm>
            <a:off x="3530600" y="2880320"/>
            <a:ext cx="248539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 across 16 areas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48400" y="2004020"/>
            <a:ext cx="248539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</a:t>
            </a:r>
            <a:endParaRPr lang="en-US" sz="6500" dirty="0"/>
          </a:p>
        </p:txBody>
      </p:sp>
      <p:sp>
        <p:nvSpPr>
          <p:cNvPr id="10" name="Text 8"/>
          <p:cNvSpPr/>
          <p:nvPr/>
        </p:nvSpPr>
        <p:spPr>
          <a:xfrm>
            <a:off x="6248400" y="2880320"/>
            <a:ext cx="24853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 frames leave the cab: camera AI runs on-device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6200" y="2004020"/>
            <a:ext cx="248539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65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16/16</a:t>
            </a:r>
            <a:endParaRPr lang="en-US" sz="6500" dirty="0"/>
          </a:p>
        </p:txBody>
      </p:sp>
      <p:sp>
        <p:nvSpPr>
          <p:cNvPr id="12" name="Text 10"/>
          <p:cNvSpPr/>
          <p:nvPr/>
        </p:nvSpPr>
        <p:spPr>
          <a:xfrm>
            <a:off x="8966200" y="2880320"/>
            <a:ext cx="24853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backend checks passing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3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NOVELTY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typical operator apps do, and what COPS does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9229"/>
          <a:ext cx="10566400" cy="3353991"/>
        </p:xfrm>
        <a:graphic>
          <a:graphicData uri="http://schemas.openxmlformats.org/drawingml/2006/table">
            <a:tbl>
              <a:tblPr/>
              <a:tblGrid>
                <a:gridCol w="2113280"/>
                <a:gridCol w="3592576"/>
                <a:gridCol w="4860544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Typical operator app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52B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Safety score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Static, end of the week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Live, every second the engine runs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Seatbelt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Reminder chime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 interlock + escalation to supervisor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output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unexplained number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Explanation + confidence % on every result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Emergencies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panic button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Two-level SOS, auto-escalation, WhatsApp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Shift change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Verbal handover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Spoken briefing, re-planned for the new operator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Machine view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2D dashboard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Live 3D twin from the Fusion 360 CAD model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Connectivity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 only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Core AI runs offline in the cab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Language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English only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2F1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Voice in English and Hindi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E5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Trust is designed in, not added later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3380317" cy="1652984"/>
          </a:xfrm>
          <a:prstGeom prst="roundRect">
            <a:avLst>
              <a:gd name="adj" fmla="val 5954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3060954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prediction has a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breakdown: base time, weather, skill, machine age. Every anomaly states its reason.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862404"/>
            <a:ext cx="3380317" cy="1652984"/>
          </a:xfrm>
          <a:prstGeom prst="roundRect">
            <a:avLst>
              <a:gd name="adj" fmla="val 5954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0100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Honest confidence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0100" y="2386676"/>
            <a:ext cx="3060954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%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badge on every AI result shows the method, the evidence and the limitations. Capped at 95%: never certain.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709" y="1862404"/>
            <a:ext cx="3380317" cy="1652984"/>
          </a:xfrm>
          <a:prstGeom prst="roundRect">
            <a:avLst>
              <a:gd name="adj" fmla="val 5954"/>
            </a:avLst>
          </a:prstGeom>
          <a:solidFill>
            <a:srgbClr val="FBFAF6"/>
          </a:solidFill>
          <a:ln w="6350">
            <a:solidFill>
              <a:srgbClr val="DCD7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9967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C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Private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9967" y="2386676"/>
            <a:ext cx="3060954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Camera AI runs </a:t>
            </a:r>
            <a:r>
              <a:rPr lang="en-US" sz="1300" b="1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device</a:t>
            </a: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No video is stored or sent. Reporting an incident never lowers your score.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3772564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note: the brief supplied 9 sample rows. We generated about 900 synthetic tasks and 170 telemetry windows calibrated to reproduce them, and we say so openly.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4E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0232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From hackathon prototype to site pilot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62404"/>
            <a:ext cx="3380317" cy="2164821"/>
          </a:xfrm>
          <a:prstGeom prst="roundRect">
            <a:avLst>
              <a:gd name="adj" fmla="val 4547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233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0233" y="2386676"/>
            <a:ext cx="3060954" cy="98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telemetry from Cat Product Link / VisionLink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seatbelt and seat sensors via the machine bus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862404"/>
            <a:ext cx="3380317" cy="2164821"/>
          </a:xfrm>
          <a:prstGeom prst="roundRect">
            <a:avLst>
              <a:gd name="adj" fmla="val 4547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0100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Protect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0100" y="2386676"/>
            <a:ext cx="3060954" cy="146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GPS geofences for overhead power lines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Seatbelt-bypass detection with the cab camera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Wearables for heart rate and heat stress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709" y="1862404"/>
            <a:ext cx="3380317" cy="2164821"/>
          </a:xfrm>
          <a:prstGeom prst="roundRect">
            <a:avLst>
              <a:gd name="adj" fmla="val 4547"/>
            </a:avLst>
          </a:prstGeom>
          <a:solidFill>
            <a:srgbClr val="23252B"/>
          </a:solidFill>
          <a:ln w="6350">
            <a:solidFill>
              <a:srgbClr val="343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9967" y="2066665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9967" y="2386676"/>
            <a:ext cx="3060954" cy="122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Offline-first app with background sync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Indian languages and an icon-only mode</a:t>
            </a:r>
            <a:endParaRPr lang="en-US" sz="1300" dirty="0"/>
          </a:p>
          <a:p>
            <a:pPr algn="l" marL="198120" indent="-1686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Fleet-wide supervisor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 · Caterpillar Operator Protection System · Project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5E6164"/>
              </a:gs>
              <a:gs pos="28000">
                <a:srgbClr val="7D8083"/>
              </a:gs>
              <a:gs pos="52000">
                <a:srgbClr val="A39A6C"/>
              </a:gs>
              <a:gs pos="78000">
                <a:srgbClr val="DCB424"/>
              </a:gs>
              <a:gs pos="100000">
                <a:srgbClr val="FFCD11"/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50" kern="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247118"/>
            <a:ext cx="10883392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75"/>
              </a:lnSpc>
              <a:buNone/>
            </a:pPr>
            <a:r>
              <a:rPr lang="en-US" sz="5500" b="1" dirty="0">
                <a:solidFill>
                  <a:srgbClr val="F2F1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Protecting the operator at every step of the shift.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812800" y="2917168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8BBC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the engine starts · while they work · when things go wrong · after the shift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CD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 · [Team name] · [Contact]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COPS: Project Overview</dc:title>
  <dc:subject>PptxGenJS Presentation</dc:subject>
  <dc:creator>PptxGenJS</dc:creator>
  <cp:lastModifiedBy>PptxGenJS</cp:lastModifiedBy>
  <cp:revision>1</cp:revision>
  <dcterms:created xsi:type="dcterms:W3CDTF">2026-09-24T05:17:09Z</dcterms:created>
  <dcterms:modified xsi:type="dcterms:W3CDTF">2026-09-24T05:17:09Z</dcterms:modified>
</cp:coreProperties>
</file>